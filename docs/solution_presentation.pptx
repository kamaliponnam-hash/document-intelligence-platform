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Intelligent Document Extraction,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Validation &amp; API Platform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AI Engineer Internship — Technical Case Study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Candidate: [Your Name]   |   Submission date: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Financial teams receive invoices and statements as native or scanned PDF/JPG/PNG in wildly varying layouts.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Manual extraction is slow, inconsistent, and error-prone.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Goal: a reusable Document Intelligence service that extracts complete information, validates financial relationships, and exposes results via dashboard + REST API.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 scope: Invoice, Balance Sheet, Profit &amp; Loss, Cash Flow Statement — up to 3 pages, PDF/JPG/PNG only.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System Architecture</a:t>
            </a:r>
            <a:endParaRPr lang="en-US" sz="2400" dirty="0"/>
          </a:p>
        </p:txBody>
      </p:sp>
      <p:pic>
        <p:nvPicPr>
          <p:cNvPr id="3" name="Image 0" descr="/home/claude/project-root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914400"/>
            <a:ext cx="5394960" cy="5669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280160"/>
            <a:ext cx="2743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Single FastAPI service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serves REST API + HTML/CSS/JS frontend.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</a:rPr>
              <a:t>Validation → OCR → AI Extraction → Financial Validation → Persist → JSON, in that order.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Every stage fails gracefully with a controlled error response.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Technology Stack &amp; Rationale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Backend: FastAPI (async, auto Swagger/OpenAPI docs, strong Pydantic validation).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OCR/Parsing: pdfplumber for native PDF text + tables; Tesseract + Poppler (pdf2image) for scanned PDFs and JPG/PNG — free, local, no API quota risk.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AI Extraction: Anthropic Claude (LLM) for layout-agnostic structured field &amp; table extraction, with a deterministic offline regex fallback if no API key is configured.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Persistence: SQLAlchemy ORM over SQLite by default (swap to Postgres/MySQL via one env var).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Frontend: server-rendered HTML/CSS + vanilla JS calling the same-origin REST API — no separate frontend deploy needed.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Extraction Approach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Why an LLM, not fixed regex: real invoices/statements vary too much in layout for hand-written rules to hit “all meaningful fields.”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OCR/parsed text is page-tagged and sent to Claude with a document-type-specific instruction listing the minimum required fields.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Strict prompt rules: never invent values — missing data returns null; numbers must be plain JSON; bracketed numbers parsed as negative.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Every extracted field carries page_number + a short verbatim evidence snippet for traceability back to the source.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Line items (invoices) / statement_items (financial statements) capture every visible row, not just the minimum fields.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Financial Validation Rules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Invoice: subtotal + tax − discount ≈ total; cash paid − total ≈ change (when present).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Balance Sheet: total liabilities + total equity ≈ total assets.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Profit &amp; Loss: revenue − COGS ≈ gross profit ≈ (operating profit + opex) ≈ (net profit + tax).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Cash Flow: operating + investing + financing ≈ net change; opening + net change ≈ closing.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Tolerance: max(1 currency unit, 1% of reported value) — configurable via env vars.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Every check returns formula, operands, calculated value, reported value, variance, and PASS / FAIL / NOT_APPLICABLE.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REST API 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POST /api/v1/documents/process — multipart upload (file + document_type) → structured JSON result.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GET /api/v1/documents/{document_name} — latest stored result for a document.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GET /api/v1/documents — list for the dashboard.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GET /api/v1/health — health check for the deployed service.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Swagger/OpenAPI docs auto-published at /docs. Consistent {"error":{"code","message"}} shape on every failure — no stack traces or secrets ever returned to the client.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Frontend &amp; Persistence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Dashboard: upload control (document type + file), processed-documents table with status/validation/OCR flag/time.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Result page: file validation, extracted key-value fields (missing fields highlighted), line items / statement items table, financial validation results, raw JSON viewer.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All processed results persist in a database (SQLite by default) so the dashboard survives restarts during evaluation.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Re-processing the same file name updates the existing record (“latest result” semantics), per spec.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Reliability, Security &amp; Observability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Every pipeline stage wrapped in a typed exception hierarchy (AppError subclasses) → controlled JSON errors, correct HTTP status codes.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No secrets in source — all config/API keys read from environment variables (.env.example provided, real .env gitignored).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Structured logging at every stage (validation failures, OCR fallback triggers, LLM calls, exceptions) to stdout for platform log capture.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Uploaded files are sanitized, size/page/type limited, and deleted from disk after processing.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Global exception handler guarantees the service never returns a raw stack trace to the client.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Known Limitations &amp; Production Improvements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Validation runs on the current/most-recent reporting period only; comparative-period figures are captured but not independently re-validated (documented assumption).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OCR accuracy on low-quality scans is inherently limited by Tesseract vs. paid Document AI services.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Synchronous processing suits 3-page documents; a production system would move to an async job queue for larger volumes.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No authentication/authorization layer — would add API keys / OAuth for production multi-tenant use.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Would add confidence calibration, per-period validation, and a managed Postgres instance for production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AI Tool Usage Declaration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Claude (Anthropic) was used as a coding assistant to help design and implement the backend services, frontend, tests, and this presentation, under my direction and review.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Claude (Claude 3.5 Sonnet or later) is also used at runtime as the document field/table extraction engine — this is a core, disclosed part of the architecture, not just a build-time aid.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All architecture decisions, validation formulas, and final code were reviewed and understood before submission.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 am prepared to explain, modify, and debug any part of this solution during the technical discussion.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2026-09-10T10:13:43Z</dcterms:created>
  <dcterms:modified xsi:type="dcterms:W3CDTF">2026-09-10T10:13:43Z</dcterms:modified>
</cp:coreProperties>
</file>